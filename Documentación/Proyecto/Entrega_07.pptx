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ontserrat Bold" charset="1" panose="00000800000000000000"/>
      <p:regular r:id="rId18"/>
    </p:embeddedFont>
    <p:embeddedFont>
      <p:font typeface="Open Sans" charset="1" panose="020B0606030504020204"/>
      <p:regular r:id="rId19"/>
    </p:embeddedFont>
    <p:embeddedFont>
      <p:font typeface="Open Sans Bold" charset="1" panose="020B0806030504020204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2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11" Target="../media/image21.png" Type="http://schemas.openxmlformats.org/officeDocument/2006/relationships/image"/><Relationship Id="rId12" Target="../media/image22.svg" Type="http://schemas.openxmlformats.org/officeDocument/2006/relationships/image"/><Relationship Id="rId13" Target="../media/image23.png" Type="http://schemas.openxmlformats.org/officeDocument/2006/relationships/image"/><Relationship Id="rId14" Target="../media/image24.svg" Type="http://schemas.openxmlformats.org/officeDocument/2006/relationships/image"/><Relationship Id="rId15" Target="../media/image2.pn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9.png" Type="http://schemas.openxmlformats.org/officeDocument/2006/relationships/image"/><Relationship Id="rId4" Target="../media/image30.svg" Type="http://schemas.openxmlformats.org/officeDocument/2006/relationships/image"/><Relationship Id="rId5" Target="../media/image2.pn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872211" y="-2776467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63626" y="1621617"/>
            <a:ext cx="753561" cy="753561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778711" y="7667323"/>
            <a:ext cx="1578921" cy="1578921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834829" y="4094863"/>
            <a:ext cx="5209673" cy="5860882"/>
          </a:xfrm>
          <a:custGeom>
            <a:avLst/>
            <a:gdLst/>
            <a:ahLst/>
            <a:cxnLst/>
            <a:rect r="r" b="b" t="t" l="l"/>
            <a:pathLst>
              <a:path h="5860882" w="5209673">
                <a:moveTo>
                  <a:pt x="0" y="0"/>
                </a:moveTo>
                <a:lnTo>
                  <a:pt x="5209672" y="0"/>
                </a:lnTo>
                <a:lnTo>
                  <a:pt x="5209672" y="5860882"/>
                </a:lnTo>
                <a:lnTo>
                  <a:pt x="0" y="5860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67131" y="838200"/>
            <a:ext cx="10072534" cy="1696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68"/>
              </a:lnSpc>
              <a:spcBef>
                <a:spcPct val="0"/>
              </a:spcBef>
            </a:pPr>
            <a:r>
              <a:rPr lang="en-US" sz="9905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Conedus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67131" y="3147220"/>
            <a:ext cx="8156632" cy="984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3"/>
              </a:lnSpc>
              <a:spcBef>
                <a:spcPct val="0"/>
              </a:spcBef>
            </a:pPr>
            <a:r>
              <a:rPr lang="en-US" b="true" sz="2845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P</a:t>
            </a:r>
            <a:r>
              <a:rPr lang="en-US" b="true" sz="2845" strike="noStrike" u="none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Montserrat Bold"/>
                <a:ea typeface="Montserrat Bold"/>
                <a:cs typeface="Montserrat Bold"/>
                <a:sym typeface="Montserrat Bold"/>
              </a:rPr>
              <a:t>repárate para el ICFES y el Examen de la UNAL como nunca antes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7131" y="5877640"/>
            <a:ext cx="7173539" cy="55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  <a:spcBef>
                <a:spcPct val="0"/>
              </a:spcBef>
            </a:pPr>
            <a:r>
              <a:rPr lang="en-US" b="true" sz="3308">
                <a:solidFill>
                  <a:srgbClr val="12005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Grupo 8 Scatola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131" y="6751906"/>
            <a:ext cx="5441603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052"/>
                </a:solidFill>
                <a:latin typeface="Open Sans"/>
                <a:ea typeface="Open Sans"/>
                <a:cs typeface="Open Sans"/>
                <a:sym typeface="Open Sans"/>
              </a:rPr>
              <a:t>Osca</a:t>
            </a:r>
            <a:r>
              <a:rPr lang="en-US" sz="3000">
                <a:solidFill>
                  <a:srgbClr val="120052"/>
                </a:solidFill>
                <a:latin typeface="Open Sans"/>
                <a:ea typeface="Open Sans"/>
                <a:cs typeface="Open Sans"/>
                <a:sym typeface="Open Sans"/>
              </a:rPr>
              <a:t>r Ivan Gutierrez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052"/>
                </a:solidFill>
                <a:latin typeface="Open Sans"/>
                <a:ea typeface="Open Sans"/>
                <a:cs typeface="Open Sans"/>
                <a:sym typeface="Open Sans"/>
              </a:rPr>
              <a:t>Gabriel Cuellar Garzon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052"/>
                </a:solidFill>
                <a:latin typeface="Open Sans"/>
                <a:ea typeface="Open Sans"/>
                <a:cs typeface="Open Sans"/>
                <a:sym typeface="Open Sans"/>
              </a:rPr>
              <a:t>Juan Jose Roldan Garay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120052"/>
                </a:solidFill>
                <a:latin typeface="Open Sans"/>
                <a:ea typeface="Open Sans"/>
                <a:cs typeface="Open Sans"/>
                <a:sym typeface="Open Sans"/>
              </a:rPr>
              <a:t>Samuel David Castaneda Mora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390681" y="3581465"/>
            <a:ext cx="5885230" cy="905488"/>
            <a:chOff x="0" y="0"/>
            <a:chExt cx="2493788" cy="38368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93788" cy="383689"/>
            </a:xfrm>
            <a:custGeom>
              <a:avLst/>
              <a:gdLst/>
              <a:ahLst/>
              <a:cxnLst/>
              <a:rect r="r" b="b" t="t" l="l"/>
              <a:pathLst>
                <a:path h="383689" w="2493788">
                  <a:moveTo>
                    <a:pt x="30256" y="0"/>
                  </a:moveTo>
                  <a:lnTo>
                    <a:pt x="2463532" y="0"/>
                  </a:lnTo>
                  <a:cubicBezTo>
                    <a:pt x="2471557" y="0"/>
                    <a:pt x="2479252" y="3188"/>
                    <a:pt x="2484926" y="8862"/>
                  </a:cubicBezTo>
                  <a:cubicBezTo>
                    <a:pt x="2490600" y="14536"/>
                    <a:pt x="2493788" y="22232"/>
                    <a:pt x="2493788" y="30256"/>
                  </a:cubicBezTo>
                  <a:lnTo>
                    <a:pt x="2493788" y="353432"/>
                  </a:lnTo>
                  <a:cubicBezTo>
                    <a:pt x="2493788" y="361457"/>
                    <a:pt x="2490600" y="369153"/>
                    <a:pt x="2484926" y="374827"/>
                  </a:cubicBezTo>
                  <a:cubicBezTo>
                    <a:pt x="2479252" y="380501"/>
                    <a:pt x="2471557" y="383689"/>
                    <a:pt x="2463532" y="383689"/>
                  </a:cubicBezTo>
                  <a:lnTo>
                    <a:pt x="30256" y="383689"/>
                  </a:lnTo>
                  <a:cubicBezTo>
                    <a:pt x="13546" y="383689"/>
                    <a:pt x="0" y="370142"/>
                    <a:pt x="0" y="353432"/>
                  </a:cubicBezTo>
                  <a:lnTo>
                    <a:pt x="0" y="30256"/>
                  </a:lnTo>
                  <a:cubicBezTo>
                    <a:pt x="0" y="22232"/>
                    <a:pt x="3188" y="14536"/>
                    <a:pt x="8862" y="8862"/>
                  </a:cubicBezTo>
                  <a:cubicBezTo>
                    <a:pt x="14536" y="3188"/>
                    <a:pt x="22232" y="0"/>
                    <a:pt x="3025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93788" cy="431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Panel Administrador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390681" y="5252631"/>
            <a:ext cx="5734686" cy="905488"/>
            <a:chOff x="0" y="0"/>
            <a:chExt cx="2429997" cy="3836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29997" cy="383689"/>
            </a:xfrm>
            <a:custGeom>
              <a:avLst/>
              <a:gdLst/>
              <a:ahLst/>
              <a:cxnLst/>
              <a:rect r="r" b="b" t="t" l="l"/>
              <a:pathLst>
                <a:path h="383689" w="2429997">
                  <a:moveTo>
                    <a:pt x="31050" y="0"/>
                  </a:moveTo>
                  <a:lnTo>
                    <a:pt x="2398946" y="0"/>
                  </a:lnTo>
                  <a:cubicBezTo>
                    <a:pt x="2407182" y="0"/>
                    <a:pt x="2415079" y="3271"/>
                    <a:pt x="2420902" y="9094"/>
                  </a:cubicBezTo>
                  <a:cubicBezTo>
                    <a:pt x="2426726" y="14918"/>
                    <a:pt x="2429997" y="22815"/>
                    <a:pt x="2429997" y="31050"/>
                  </a:cubicBezTo>
                  <a:lnTo>
                    <a:pt x="2429997" y="352638"/>
                  </a:lnTo>
                  <a:cubicBezTo>
                    <a:pt x="2429997" y="360873"/>
                    <a:pt x="2426726" y="368771"/>
                    <a:pt x="2420902" y="374594"/>
                  </a:cubicBezTo>
                  <a:cubicBezTo>
                    <a:pt x="2415079" y="380417"/>
                    <a:pt x="2407182" y="383689"/>
                    <a:pt x="2398946" y="383689"/>
                  </a:cubicBezTo>
                  <a:lnTo>
                    <a:pt x="31050" y="383689"/>
                  </a:lnTo>
                  <a:cubicBezTo>
                    <a:pt x="22815" y="383689"/>
                    <a:pt x="14918" y="380417"/>
                    <a:pt x="9094" y="374594"/>
                  </a:cubicBezTo>
                  <a:cubicBezTo>
                    <a:pt x="3271" y="368771"/>
                    <a:pt x="0" y="360873"/>
                    <a:pt x="0" y="352638"/>
                  </a:cubicBezTo>
                  <a:lnTo>
                    <a:pt x="0" y="31050"/>
                  </a:lnTo>
                  <a:cubicBezTo>
                    <a:pt x="0" y="22815"/>
                    <a:pt x="3271" y="14918"/>
                    <a:pt x="9094" y="9094"/>
                  </a:cubicBezTo>
                  <a:cubicBezTo>
                    <a:pt x="14918" y="3271"/>
                    <a:pt x="22815" y="0"/>
                    <a:pt x="3105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429997" cy="431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Ruta de Aprendizaje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90681" y="6953550"/>
            <a:ext cx="5458688" cy="905488"/>
            <a:chOff x="0" y="0"/>
            <a:chExt cx="2313046" cy="3836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13046" cy="383689"/>
            </a:xfrm>
            <a:custGeom>
              <a:avLst/>
              <a:gdLst/>
              <a:ahLst/>
              <a:cxnLst/>
              <a:rect r="r" b="b" t="t" l="l"/>
              <a:pathLst>
                <a:path h="383689" w="2313046">
                  <a:moveTo>
                    <a:pt x="32620" y="0"/>
                  </a:moveTo>
                  <a:lnTo>
                    <a:pt x="2280426" y="0"/>
                  </a:lnTo>
                  <a:cubicBezTo>
                    <a:pt x="2289078" y="0"/>
                    <a:pt x="2297375" y="3437"/>
                    <a:pt x="2303492" y="9554"/>
                  </a:cubicBezTo>
                  <a:cubicBezTo>
                    <a:pt x="2309610" y="15672"/>
                    <a:pt x="2313046" y="23969"/>
                    <a:pt x="2313046" y="32620"/>
                  </a:cubicBezTo>
                  <a:lnTo>
                    <a:pt x="2313046" y="351068"/>
                  </a:lnTo>
                  <a:cubicBezTo>
                    <a:pt x="2313046" y="359720"/>
                    <a:pt x="2309610" y="368017"/>
                    <a:pt x="2303492" y="374134"/>
                  </a:cubicBezTo>
                  <a:cubicBezTo>
                    <a:pt x="2297375" y="380252"/>
                    <a:pt x="2289078" y="383689"/>
                    <a:pt x="2280426" y="383689"/>
                  </a:cubicBezTo>
                  <a:lnTo>
                    <a:pt x="32620" y="383689"/>
                  </a:lnTo>
                  <a:cubicBezTo>
                    <a:pt x="23969" y="383689"/>
                    <a:pt x="15672" y="380252"/>
                    <a:pt x="9554" y="374134"/>
                  </a:cubicBezTo>
                  <a:cubicBezTo>
                    <a:pt x="3437" y="368017"/>
                    <a:pt x="0" y="359720"/>
                    <a:pt x="0" y="351068"/>
                  </a:cubicBezTo>
                  <a:lnTo>
                    <a:pt x="0" y="32620"/>
                  </a:lnTo>
                  <a:cubicBezTo>
                    <a:pt x="0" y="23969"/>
                    <a:pt x="3437" y="15672"/>
                    <a:pt x="9554" y="9554"/>
                  </a:cubicBezTo>
                  <a:cubicBezTo>
                    <a:pt x="15672" y="3437"/>
                    <a:pt x="23969" y="0"/>
                    <a:pt x="3262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313046" cy="4313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b="true" sz="26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Racha y Preguntas Diarias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18387" y="1028700"/>
            <a:ext cx="8194363" cy="11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Funcionalidades</a:t>
            </a:r>
          </a:p>
        </p:txBody>
      </p:sp>
      <p:grpSp>
        <p:nvGrpSpPr>
          <p:cNvPr name="Group 13" id="13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009043" y="1585508"/>
            <a:ext cx="4016512" cy="4272885"/>
          </a:xfrm>
          <a:custGeom>
            <a:avLst/>
            <a:gdLst/>
            <a:ahLst/>
            <a:cxnLst/>
            <a:rect r="r" b="b" t="t" l="l"/>
            <a:pathLst>
              <a:path h="4272885" w="4016512">
                <a:moveTo>
                  <a:pt x="0" y="0"/>
                </a:moveTo>
                <a:lnTo>
                  <a:pt x="4016512" y="0"/>
                </a:lnTo>
                <a:lnTo>
                  <a:pt x="4016512" y="4272885"/>
                </a:lnTo>
                <a:lnTo>
                  <a:pt x="0" y="4272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626532" y="4329823"/>
            <a:ext cx="4632768" cy="4928477"/>
          </a:xfrm>
          <a:custGeom>
            <a:avLst/>
            <a:gdLst/>
            <a:ahLst/>
            <a:cxnLst/>
            <a:rect r="r" b="b" t="t" l="l"/>
            <a:pathLst>
              <a:path h="4928477" w="4632768">
                <a:moveTo>
                  <a:pt x="0" y="0"/>
                </a:moveTo>
                <a:lnTo>
                  <a:pt x="4632768" y="0"/>
                </a:lnTo>
                <a:lnTo>
                  <a:pt x="4632768" y="4928477"/>
                </a:lnTo>
                <a:lnTo>
                  <a:pt x="0" y="4928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600FE">
                <a:alpha val="100000"/>
              </a:srgbClr>
            </a:gs>
            <a:gs pos="25000">
              <a:srgbClr val="C900FE">
                <a:alpha val="100000"/>
              </a:srgbClr>
            </a:gs>
            <a:gs pos="50000">
              <a:srgbClr val="A136FF">
                <a:alpha val="100000"/>
              </a:srgbClr>
            </a:gs>
            <a:gs pos="75000">
              <a:srgbClr val="5142F0">
                <a:alpha val="100000"/>
              </a:srgbClr>
            </a:gs>
            <a:gs pos="100000">
              <a:srgbClr val="0033D9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6575" y="3929186"/>
            <a:ext cx="10214850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Demostración </a:t>
            </a:r>
          </a:p>
          <a:p>
            <a:pPr algn="ctr" marL="0" indent="0" lvl="0">
              <a:lnSpc>
                <a:spcPts val="9600"/>
              </a:lnSpc>
              <a:spcBef>
                <a:spcPct val="0"/>
              </a:spcBef>
            </a:pPr>
            <a:r>
              <a:rPr lang="en-US" b="true" sz="80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 vivo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4036575" y="2850285"/>
            <a:ext cx="9554679" cy="4936941"/>
            <a:chOff x="0" y="0"/>
            <a:chExt cx="3011972" cy="15562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11972" cy="1556298"/>
            </a:xfrm>
            <a:custGeom>
              <a:avLst/>
              <a:gdLst/>
              <a:ahLst/>
              <a:cxnLst/>
              <a:rect r="r" b="b" t="t" l="l"/>
              <a:pathLst>
                <a:path h="1556298" w="3011972">
                  <a:moveTo>
                    <a:pt x="0" y="0"/>
                  </a:moveTo>
                  <a:lnTo>
                    <a:pt x="3011972" y="0"/>
                  </a:lnTo>
                  <a:lnTo>
                    <a:pt x="3011972" y="1556298"/>
                  </a:lnTo>
                  <a:lnTo>
                    <a:pt x="0" y="1556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047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011972" cy="1603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993275"/>
            <a:ext cx="8434945" cy="1293725"/>
            <a:chOff x="0" y="0"/>
            <a:chExt cx="2137108" cy="327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09" y="0"/>
            <a:ext cx="8434945" cy="1293725"/>
            <a:chOff x="0" y="0"/>
            <a:chExt cx="2137108" cy="327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3153941" y="7053716"/>
            <a:ext cx="3549848" cy="278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MUST</a:t>
            </a:r>
          </a:p>
          <a:p>
            <a:pPr algn="ctr">
              <a:lnSpc>
                <a:spcPts val="11200"/>
              </a:lnSpc>
            </a:pPr>
            <a:r>
              <a:rPr lang="en-US" b="true" sz="8000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COULD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7611" y="2820368"/>
            <a:ext cx="11765310" cy="5506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Registro -Login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de Gestión Preguntas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Gestión Perfil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P</a:t>
            </a: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reguntas Diarias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2C2C6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Requisitos Ruta de Aprendizaje</a:t>
            </a:r>
          </a:p>
          <a:p>
            <a:pPr algn="l">
              <a:lnSpc>
                <a:spcPts val="7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9162617" y="21013"/>
            <a:ext cx="7982647" cy="112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3"/>
              </a:lnSpc>
            </a:pPr>
            <a:r>
              <a:rPr lang="en-US" b="true" sz="65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R. COMPLETADOS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993275"/>
            <a:ext cx="8434945" cy="1293725"/>
            <a:chOff x="0" y="0"/>
            <a:chExt cx="2137108" cy="3277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09" y="0"/>
            <a:ext cx="8434945" cy="1293725"/>
            <a:chOff x="0" y="0"/>
            <a:chExt cx="2137108" cy="3277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37108" cy="327783"/>
            </a:xfrm>
            <a:custGeom>
              <a:avLst/>
              <a:gdLst/>
              <a:ahLst/>
              <a:cxnLst/>
              <a:rect r="r" b="b" t="t" l="l"/>
              <a:pathLst>
                <a:path h="327783" w="2137108">
                  <a:moveTo>
                    <a:pt x="0" y="0"/>
                  </a:moveTo>
                  <a:lnTo>
                    <a:pt x="2137108" y="0"/>
                  </a:lnTo>
                  <a:lnTo>
                    <a:pt x="2137108" y="327783"/>
                  </a:lnTo>
                  <a:lnTo>
                    <a:pt x="0" y="327783"/>
                  </a:ln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137108" cy="365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813912" y="7174563"/>
            <a:ext cx="4485094" cy="2742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53"/>
              </a:lnSpc>
            </a:pPr>
            <a:r>
              <a:rPr lang="en-US" b="true" sz="7895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COULD</a:t>
            </a:r>
          </a:p>
          <a:p>
            <a:pPr algn="ctr">
              <a:lnSpc>
                <a:spcPts val="11053"/>
              </a:lnSpc>
            </a:pPr>
            <a:r>
              <a:rPr lang="en-US" b="true" sz="7895">
                <a:gradFill>
                  <a:gsLst>
                    <a:gs pos="0">
                      <a:srgbClr val="F600FE">
                        <a:alpha val="100000"/>
                      </a:srgbClr>
                    </a:gs>
                    <a:gs pos="25000">
                      <a:srgbClr val="C900FE">
                        <a:alpha val="100000"/>
                      </a:srgbClr>
                    </a:gs>
                    <a:gs pos="50000">
                      <a:srgbClr val="A136FF">
                        <a:alpha val="100000"/>
                      </a:srgbClr>
                    </a:gs>
                    <a:gs pos="75000">
                      <a:srgbClr val="5142F0">
                        <a:alpha val="100000"/>
                      </a:srgbClr>
                    </a:gs>
                    <a:gs pos="100000">
                      <a:srgbClr val="0033D9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latin typeface="Open Sans Bold"/>
                <a:ea typeface="Open Sans Bold"/>
                <a:cs typeface="Open Sans Bold"/>
                <a:sym typeface="Open Sans Bold"/>
              </a:rPr>
              <a:t>SHOULD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41824" y="3728402"/>
            <a:ext cx="12412117" cy="2734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Dife</a:t>
            </a:r>
            <a:r>
              <a:rPr lang="en-US" b="true" sz="5199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rentes Formatos de Preguntas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Modulo de  Simulacros</a:t>
            </a:r>
          </a:p>
          <a:p>
            <a:pPr algn="l" marL="1122679" indent="-561340" lvl="1">
              <a:lnSpc>
                <a:spcPts val="7279"/>
              </a:lnSpc>
              <a:buFont typeface="Arial"/>
              <a:buChar char="•"/>
            </a:pPr>
            <a:r>
              <a:rPr lang="en-US" b="true" sz="5199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Retroalimentación de Respuestas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62617" y="21013"/>
            <a:ext cx="7982647" cy="1127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3"/>
              </a:lnSpc>
            </a:pPr>
            <a:r>
              <a:rPr lang="en-US" b="true" sz="6595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R. DESCARTADOS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8141640" y="-4298951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36517" y="3482833"/>
            <a:ext cx="17214966" cy="6221312"/>
          </a:xfrm>
          <a:custGeom>
            <a:avLst/>
            <a:gdLst/>
            <a:ahLst/>
            <a:cxnLst/>
            <a:rect r="r" b="b" t="t" l="l"/>
            <a:pathLst>
              <a:path h="6221312" w="17214966">
                <a:moveTo>
                  <a:pt x="0" y="0"/>
                </a:moveTo>
                <a:lnTo>
                  <a:pt x="17214966" y="0"/>
                </a:lnTo>
                <a:lnTo>
                  <a:pt x="17214966" y="6221312"/>
                </a:lnTo>
                <a:lnTo>
                  <a:pt x="0" y="62213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4372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96733" y="355436"/>
            <a:ext cx="1585475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Jira - Metodología Kanban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circl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32343" y="5695535"/>
            <a:ext cx="3351989" cy="2786341"/>
          </a:xfrm>
          <a:custGeom>
            <a:avLst/>
            <a:gdLst/>
            <a:ahLst/>
            <a:cxnLst/>
            <a:rect r="r" b="b" t="t" l="l"/>
            <a:pathLst>
              <a:path h="2786341" w="3351989">
                <a:moveTo>
                  <a:pt x="0" y="0"/>
                </a:moveTo>
                <a:lnTo>
                  <a:pt x="3351989" y="0"/>
                </a:lnTo>
                <a:lnTo>
                  <a:pt x="3351989" y="2786341"/>
                </a:lnTo>
                <a:lnTo>
                  <a:pt x="0" y="27863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806973" y="5847429"/>
            <a:ext cx="2810082" cy="2810082"/>
          </a:xfrm>
          <a:custGeom>
            <a:avLst/>
            <a:gdLst/>
            <a:ahLst/>
            <a:cxnLst/>
            <a:rect r="r" b="b" t="t" l="l"/>
            <a:pathLst>
              <a:path h="2810082" w="2810082">
                <a:moveTo>
                  <a:pt x="0" y="0"/>
                </a:moveTo>
                <a:lnTo>
                  <a:pt x="2810083" y="0"/>
                </a:lnTo>
                <a:lnTo>
                  <a:pt x="2810083" y="2810082"/>
                </a:lnTo>
                <a:lnTo>
                  <a:pt x="0" y="28100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898322">
            <a:off x="13900911" y="-4048461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9"/>
                </a:lnTo>
                <a:lnTo>
                  <a:pt x="0" y="87961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06973" y="657646"/>
            <a:ext cx="5890717" cy="125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0276"/>
              </a:lnSpc>
              <a:spcBef>
                <a:spcPct val="0"/>
              </a:spcBef>
            </a:pPr>
            <a:r>
              <a:rPr lang="en-US" b="true" sz="734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FUTURO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64708"/>
            <a:ext cx="14206984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1295400" indent="-647700" lvl="1">
              <a:lnSpc>
                <a:spcPts val="8400"/>
              </a:lnSpc>
              <a:buFont typeface="Arial"/>
              <a:buChar char="•"/>
            </a:pPr>
            <a:r>
              <a:rPr lang="en-US" b="true" sz="6000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Creación de más Contenido</a:t>
            </a:r>
          </a:p>
          <a:p>
            <a:pPr algn="just" marL="1295400" indent="-647700" lvl="1">
              <a:lnSpc>
                <a:spcPts val="8400"/>
              </a:lnSpc>
              <a:buFont typeface="Arial"/>
              <a:buChar char="•"/>
            </a:pPr>
            <a:r>
              <a:rPr lang="en-US" b="true" sz="6000">
                <a:solidFill>
                  <a:srgbClr val="12005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Funcionalidad de amigos y puntos</a:t>
            </a:r>
          </a:p>
        </p:txBody>
      </p:sp>
    </p:spTree>
  </p:cSld>
  <p:clrMapOvr>
    <a:masterClrMapping/>
  </p:clrMapOvr>
  <p:transition spd="fast">
    <p:cover dir="d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7213283" y="-3797137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10154" y="1412624"/>
            <a:ext cx="7260271" cy="8582990"/>
            <a:chOff x="0" y="0"/>
            <a:chExt cx="3389239" cy="40067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89238" cy="4006710"/>
            </a:xfrm>
            <a:custGeom>
              <a:avLst/>
              <a:gdLst/>
              <a:ahLst/>
              <a:cxnLst/>
              <a:rect r="r" b="b" t="t" l="l"/>
              <a:pathLst>
                <a:path h="4006710" w="3389238">
                  <a:moveTo>
                    <a:pt x="24526" y="0"/>
                  </a:moveTo>
                  <a:lnTo>
                    <a:pt x="3364713" y="0"/>
                  </a:lnTo>
                  <a:cubicBezTo>
                    <a:pt x="3378258" y="0"/>
                    <a:pt x="3389238" y="10981"/>
                    <a:pt x="3389238" y="24526"/>
                  </a:cubicBezTo>
                  <a:lnTo>
                    <a:pt x="3389238" y="3982184"/>
                  </a:lnTo>
                  <a:cubicBezTo>
                    <a:pt x="3389238" y="3988689"/>
                    <a:pt x="3386655" y="3994927"/>
                    <a:pt x="3382055" y="3999526"/>
                  </a:cubicBezTo>
                  <a:cubicBezTo>
                    <a:pt x="3377455" y="4004126"/>
                    <a:pt x="3371217" y="4006710"/>
                    <a:pt x="3364713" y="4006710"/>
                  </a:cubicBezTo>
                  <a:lnTo>
                    <a:pt x="24526" y="4006710"/>
                  </a:lnTo>
                  <a:cubicBezTo>
                    <a:pt x="18021" y="4006710"/>
                    <a:pt x="11783" y="4004126"/>
                    <a:pt x="7183" y="3999526"/>
                  </a:cubicBezTo>
                  <a:cubicBezTo>
                    <a:pt x="2584" y="3994927"/>
                    <a:pt x="0" y="3988689"/>
                    <a:pt x="0" y="3982184"/>
                  </a:cubicBezTo>
                  <a:lnTo>
                    <a:pt x="0" y="24526"/>
                  </a:lnTo>
                  <a:cubicBezTo>
                    <a:pt x="0" y="18021"/>
                    <a:pt x="2584" y="11783"/>
                    <a:pt x="7183" y="7183"/>
                  </a:cubicBezTo>
                  <a:cubicBezTo>
                    <a:pt x="11783" y="2584"/>
                    <a:pt x="18021" y="0"/>
                    <a:pt x="2452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3389239" cy="40543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798232" y="1641810"/>
            <a:ext cx="6884115" cy="8124619"/>
          </a:xfrm>
          <a:custGeom>
            <a:avLst/>
            <a:gdLst/>
            <a:ahLst/>
            <a:cxnLst/>
            <a:rect r="r" b="b" t="t" l="l"/>
            <a:pathLst>
              <a:path h="8124619" w="6884115">
                <a:moveTo>
                  <a:pt x="0" y="0"/>
                </a:moveTo>
                <a:lnTo>
                  <a:pt x="6884115" y="0"/>
                </a:lnTo>
                <a:lnTo>
                  <a:pt x="6884115" y="8124618"/>
                </a:lnTo>
                <a:lnTo>
                  <a:pt x="0" y="8124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00661" y="2281343"/>
            <a:ext cx="7619312" cy="1757404"/>
            <a:chOff x="0" y="0"/>
            <a:chExt cx="3556846" cy="8203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6846" cy="820391"/>
            </a:xfrm>
            <a:custGeom>
              <a:avLst/>
              <a:gdLst/>
              <a:ahLst/>
              <a:cxnLst/>
              <a:rect r="r" b="b" t="t" l="l"/>
              <a:pathLst>
                <a:path h="820391" w="3556846">
                  <a:moveTo>
                    <a:pt x="23370" y="0"/>
                  </a:moveTo>
                  <a:lnTo>
                    <a:pt x="3533475" y="0"/>
                  </a:lnTo>
                  <a:cubicBezTo>
                    <a:pt x="3539674" y="0"/>
                    <a:pt x="3545618" y="2462"/>
                    <a:pt x="3550001" y="6845"/>
                  </a:cubicBezTo>
                  <a:cubicBezTo>
                    <a:pt x="3554383" y="11228"/>
                    <a:pt x="3556846" y="17172"/>
                    <a:pt x="3556846" y="23370"/>
                  </a:cubicBezTo>
                  <a:lnTo>
                    <a:pt x="3556846" y="797021"/>
                  </a:lnTo>
                  <a:cubicBezTo>
                    <a:pt x="3556846" y="809928"/>
                    <a:pt x="3546382" y="820391"/>
                    <a:pt x="3533475" y="820391"/>
                  </a:cubicBezTo>
                  <a:lnTo>
                    <a:pt x="23370" y="820391"/>
                  </a:lnTo>
                  <a:cubicBezTo>
                    <a:pt x="10463" y="820391"/>
                    <a:pt x="0" y="809928"/>
                    <a:pt x="0" y="797021"/>
                  </a:cubicBezTo>
                  <a:lnTo>
                    <a:pt x="0" y="23370"/>
                  </a:lnTo>
                  <a:cubicBezTo>
                    <a:pt x="0" y="10463"/>
                    <a:pt x="10463" y="0"/>
                    <a:pt x="233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556846" cy="8680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418049" y="2554376"/>
            <a:ext cx="7201198" cy="1282656"/>
          </a:xfrm>
          <a:custGeom>
            <a:avLst/>
            <a:gdLst/>
            <a:ahLst/>
            <a:cxnLst/>
            <a:rect r="r" b="b" t="t" l="l"/>
            <a:pathLst>
              <a:path h="1282656" w="7201198">
                <a:moveTo>
                  <a:pt x="0" y="0"/>
                </a:moveTo>
                <a:lnTo>
                  <a:pt x="7201198" y="0"/>
                </a:lnTo>
                <a:lnTo>
                  <a:pt x="7201198" y="1282657"/>
                </a:lnTo>
                <a:lnTo>
                  <a:pt x="0" y="12826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415947" y="299007"/>
            <a:ext cx="10076167" cy="222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Aspectos técnicos</a:t>
            </a:r>
          </a:p>
          <a:p>
            <a:pPr algn="l">
              <a:lnSpc>
                <a:spcPts val="8841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10418049" y="4411565"/>
            <a:ext cx="3024888" cy="529127"/>
            <a:chOff x="0" y="0"/>
            <a:chExt cx="1281756" cy="224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Django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217629" y="5105400"/>
            <a:ext cx="7585377" cy="3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Django 5.2.7 como framework principal.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18049" y="7121096"/>
            <a:ext cx="3024888" cy="529127"/>
            <a:chOff x="0" y="0"/>
            <a:chExt cx="1281756" cy="2242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Docker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200661" y="7812148"/>
            <a:ext cx="7829147" cy="62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Docker Compose orquesta dos servicios, la base de datos MySQL 8.0 y un contenedor con Django.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00661" y="9324423"/>
            <a:ext cx="7829147" cy="3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b="true" sz="1793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docker compose --env-file .env.env up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418049" y="8633371"/>
            <a:ext cx="3024888" cy="529127"/>
            <a:chOff x="0" y="0"/>
            <a:chExt cx="1281756" cy="22421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Levantamiento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418049" y="5612298"/>
            <a:ext cx="3024888" cy="529127"/>
            <a:chOff x="0" y="0"/>
            <a:chExt cx="1281756" cy="2242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1756" cy="224211"/>
            </a:xfrm>
            <a:custGeom>
              <a:avLst/>
              <a:gdLst/>
              <a:ahLst/>
              <a:cxnLst/>
              <a:rect r="r" b="b" t="t" l="l"/>
              <a:pathLst>
                <a:path h="224211" w="1281756">
                  <a:moveTo>
                    <a:pt x="58866" y="0"/>
                  </a:moveTo>
                  <a:lnTo>
                    <a:pt x="1222890" y="0"/>
                  </a:lnTo>
                  <a:cubicBezTo>
                    <a:pt x="1255401" y="0"/>
                    <a:pt x="1281756" y="26355"/>
                    <a:pt x="1281756" y="58866"/>
                  </a:cubicBezTo>
                  <a:lnTo>
                    <a:pt x="1281756" y="165344"/>
                  </a:lnTo>
                  <a:cubicBezTo>
                    <a:pt x="1281756" y="197855"/>
                    <a:pt x="1255401" y="224211"/>
                    <a:pt x="1222890" y="224211"/>
                  </a:cubicBezTo>
                  <a:lnTo>
                    <a:pt x="58866" y="224211"/>
                  </a:lnTo>
                  <a:cubicBezTo>
                    <a:pt x="26355" y="224211"/>
                    <a:pt x="0" y="197855"/>
                    <a:pt x="0" y="165344"/>
                  </a:cubicBezTo>
                  <a:lnTo>
                    <a:pt x="0" y="58866"/>
                  </a:lnTo>
                  <a:cubicBezTo>
                    <a:pt x="0" y="26355"/>
                    <a:pt x="26355" y="0"/>
                    <a:pt x="5886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281756" cy="271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Tailwind CSS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225960" y="6303350"/>
            <a:ext cx="7585377" cy="62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0"/>
              </a:lnSpc>
              <a:spcBef>
                <a:spcPct val="0"/>
              </a:spcBef>
            </a:pPr>
            <a:r>
              <a:rPr lang="en-US" sz="1793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 plugin DaisyUI integrado con Django, para el diseño de las interfaces.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7213283" y="-3797137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7573183">
            <a:off x="1230111" y="7154961"/>
            <a:ext cx="1013029" cy="101302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299011" y="2526240"/>
            <a:ext cx="14193103" cy="6014327"/>
          </a:xfrm>
          <a:custGeom>
            <a:avLst/>
            <a:gdLst/>
            <a:ahLst/>
            <a:cxnLst/>
            <a:rect r="r" b="b" t="t" l="l"/>
            <a:pathLst>
              <a:path h="6014327" w="14193103">
                <a:moveTo>
                  <a:pt x="0" y="0"/>
                </a:moveTo>
                <a:lnTo>
                  <a:pt x="14193103" y="0"/>
                </a:lnTo>
                <a:lnTo>
                  <a:pt x="14193103" y="6014328"/>
                </a:lnTo>
                <a:lnTo>
                  <a:pt x="0" y="60143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415947" y="299007"/>
            <a:ext cx="10076167" cy="2227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Aspectos técnicos</a:t>
            </a:r>
          </a:p>
          <a:p>
            <a:pPr algn="l">
              <a:lnSpc>
                <a:spcPts val="8841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536833">
            <a:off x="-4428213" y="-2916505"/>
            <a:ext cx="9627545" cy="9651674"/>
          </a:xfrm>
          <a:custGeom>
            <a:avLst/>
            <a:gdLst/>
            <a:ahLst/>
            <a:cxnLst/>
            <a:rect r="r" b="b" t="t" l="l"/>
            <a:pathLst>
              <a:path h="9651674" w="9627545">
                <a:moveTo>
                  <a:pt x="0" y="0"/>
                </a:moveTo>
                <a:lnTo>
                  <a:pt x="9627545" y="0"/>
                </a:lnTo>
                <a:lnTo>
                  <a:pt x="9627545" y="9651674"/>
                </a:lnTo>
                <a:lnTo>
                  <a:pt x="0" y="96516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0968" y="2095724"/>
            <a:ext cx="10198424" cy="1500632"/>
            <a:chOff x="0" y="0"/>
            <a:chExt cx="4321447" cy="6358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321447" cy="635873"/>
            </a:xfrm>
            <a:custGeom>
              <a:avLst/>
              <a:gdLst/>
              <a:ahLst/>
              <a:cxnLst/>
              <a:rect r="r" b="b" t="t" l="l"/>
              <a:pathLst>
                <a:path h="635873" w="4321447">
                  <a:moveTo>
                    <a:pt x="17460" y="0"/>
                  </a:moveTo>
                  <a:lnTo>
                    <a:pt x="4303987" y="0"/>
                  </a:lnTo>
                  <a:cubicBezTo>
                    <a:pt x="4313630" y="0"/>
                    <a:pt x="4321447" y="7817"/>
                    <a:pt x="4321447" y="17460"/>
                  </a:cubicBezTo>
                  <a:lnTo>
                    <a:pt x="4321447" y="618413"/>
                  </a:lnTo>
                  <a:cubicBezTo>
                    <a:pt x="4321447" y="623044"/>
                    <a:pt x="4319607" y="627485"/>
                    <a:pt x="4316333" y="630759"/>
                  </a:cubicBezTo>
                  <a:cubicBezTo>
                    <a:pt x="4313058" y="634033"/>
                    <a:pt x="4308617" y="635873"/>
                    <a:pt x="4303987" y="635873"/>
                  </a:cubicBezTo>
                  <a:lnTo>
                    <a:pt x="17460" y="635873"/>
                  </a:lnTo>
                  <a:cubicBezTo>
                    <a:pt x="12829" y="635873"/>
                    <a:pt x="8388" y="634033"/>
                    <a:pt x="5114" y="630759"/>
                  </a:cubicBezTo>
                  <a:cubicBezTo>
                    <a:pt x="1840" y="627485"/>
                    <a:pt x="0" y="623044"/>
                    <a:pt x="0" y="618413"/>
                  </a:cubicBezTo>
                  <a:lnTo>
                    <a:pt x="0" y="17460"/>
                  </a:lnTo>
                  <a:cubicBezTo>
                    <a:pt x="0" y="12829"/>
                    <a:pt x="1840" y="8388"/>
                    <a:pt x="5114" y="5114"/>
                  </a:cubicBezTo>
                  <a:cubicBezTo>
                    <a:pt x="8388" y="1840"/>
                    <a:pt x="12829" y="0"/>
                    <a:pt x="1746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4321447" cy="702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¿Que costo más en el proceso de aprendizaje ?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27364" y="6462452"/>
            <a:ext cx="10233272" cy="1246541"/>
            <a:chOff x="0" y="0"/>
            <a:chExt cx="4336213" cy="52820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36213" cy="528205"/>
            </a:xfrm>
            <a:custGeom>
              <a:avLst/>
              <a:gdLst/>
              <a:ahLst/>
              <a:cxnLst/>
              <a:rect r="r" b="b" t="t" l="l"/>
              <a:pathLst>
                <a:path h="528205" w="4336213">
                  <a:moveTo>
                    <a:pt x="17401" y="0"/>
                  </a:moveTo>
                  <a:lnTo>
                    <a:pt x="4318813" y="0"/>
                  </a:lnTo>
                  <a:cubicBezTo>
                    <a:pt x="4328423" y="0"/>
                    <a:pt x="4336213" y="7790"/>
                    <a:pt x="4336213" y="17401"/>
                  </a:cubicBezTo>
                  <a:lnTo>
                    <a:pt x="4336213" y="510805"/>
                  </a:lnTo>
                  <a:cubicBezTo>
                    <a:pt x="4336213" y="520415"/>
                    <a:pt x="4328423" y="528205"/>
                    <a:pt x="4318813" y="528205"/>
                  </a:cubicBezTo>
                  <a:lnTo>
                    <a:pt x="17401" y="528205"/>
                  </a:lnTo>
                  <a:cubicBezTo>
                    <a:pt x="7790" y="528205"/>
                    <a:pt x="0" y="520415"/>
                    <a:pt x="0" y="510805"/>
                  </a:cubicBezTo>
                  <a:lnTo>
                    <a:pt x="0" y="17401"/>
                  </a:lnTo>
                  <a:cubicBezTo>
                    <a:pt x="0" y="7790"/>
                    <a:pt x="7790" y="0"/>
                    <a:pt x="1740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66675"/>
              <a:ext cx="4336213" cy="594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599"/>
                </a:lnSpc>
              </a:pPr>
              <a:r>
                <a:rPr lang="en-US" sz="39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¿Que no volveriamos a hacer?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7573183">
            <a:off x="2570851" y="6579208"/>
            <a:ext cx="1013029" cy="101302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380431" y="4105111"/>
            <a:ext cx="1517910" cy="1517910"/>
          </a:xfrm>
          <a:custGeom>
            <a:avLst/>
            <a:gdLst/>
            <a:ahLst/>
            <a:cxnLst/>
            <a:rect r="r" b="b" t="t" l="l"/>
            <a:pathLst>
              <a:path h="1517910" w="1517910">
                <a:moveTo>
                  <a:pt x="0" y="0"/>
                </a:moveTo>
                <a:lnTo>
                  <a:pt x="1517910" y="0"/>
                </a:lnTo>
                <a:lnTo>
                  <a:pt x="1517910" y="1517910"/>
                </a:lnTo>
                <a:lnTo>
                  <a:pt x="0" y="1517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469117" y="4298243"/>
            <a:ext cx="3349767" cy="925754"/>
          </a:xfrm>
          <a:custGeom>
            <a:avLst/>
            <a:gdLst/>
            <a:ahLst/>
            <a:cxnLst/>
            <a:rect r="r" b="b" t="t" l="l"/>
            <a:pathLst>
              <a:path h="925754" w="3349767">
                <a:moveTo>
                  <a:pt x="0" y="0"/>
                </a:moveTo>
                <a:lnTo>
                  <a:pt x="3349766" y="0"/>
                </a:lnTo>
                <a:lnTo>
                  <a:pt x="3349766" y="925754"/>
                </a:lnTo>
                <a:lnTo>
                  <a:pt x="0" y="925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54030" y="3931428"/>
            <a:ext cx="1659384" cy="1659384"/>
          </a:xfrm>
          <a:custGeom>
            <a:avLst/>
            <a:gdLst/>
            <a:ahLst/>
            <a:cxnLst/>
            <a:rect r="r" b="b" t="t" l="l"/>
            <a:pathLst>
              <a:path h="1659384" w="1659384">
                <a:moveTo>
                  <a:pt x="0" y="0"/>
                </a:moveTo>
                <a:lnTo>
                  <a:pt x="1659385" y="0"/>
                </a:lnTo>
                <a:lnTo>
                  <a:pt x="1659385" y="1659384"/>
                </a:lnTo>
                <a:lnTo>
                  <a:pt x="0" y="16593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01690" y="3931428"/>
            <a:ext cx="1737702" cy="1744243"/>
          </a:xfrm>
          <a:custGeom>
            <a:avLst/>
            <a:gdLst/>
            <a:ahLst/>
            <a:cxnLst/>
            <a:rect r="r" b="b" t="t" l="l"/>
            <a:pathLst>
              <a:path h="1744243" w="1737702">
                <a:moveTo>
                  <a:pt x="0" y="0"/>
                </a:moveTo>
                <a:lnTo>
                  <a:pt x="1737702" y="0"/>
                </a:lnTo>
                <a:lnTo>
                  <a:pt x="1737702" y="1744243"/>
                </a:lnTo>
                <a:lnTo>
                  <a:pt x="0" y="17442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027364" y="8122206"/>
            <a:ext cx="1304972" cy="1399434"/>
          </a:xfrm>
          <a:custGeom>
            <a:avLst/>
            <a:gdLst/>
            <a:ahLst/>
            <a:cxnLst/>
            <a:rect r="r" b="b" t="t" l="l"/>
            <a:pathLst>
              <a:path h="1399434" w="1304972">
                <a:moveTo>
                  <a:pt x="0" y="0"/>
                </a:moveTo>
                <a:lnTo>
                  <a:pt x="1304972" y="0"/>
                </a:lnTo>
                <a:lnTo>
                  <a:pt x="1304972" y="1399434"/>
                </a:lnTo>
                <a:lnTo>
                  <a:pt x="0" y="13994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415947" y="8058846"/>
            <a:ext cx="1425046" cy="1526153"/>
          </a:xfrm>
          <a:custGeom>
            <a:avLst/>
            <a:gdLst/>
            <a:ahLst/>
            <a:cxnLst/>
            <a:rect r="r" b="b" t="t" l="l"/>
            <a:pathLst>
              <a:path h="1526153" w="1425046">
                <a:moveTo>
                  <a:pt x="0" y="0"/>
                </a:moveTo>
                <a:lnTo>
                  <a:pt x="1425045" y="0"/>
                </a:lnTo>
                <a:lnTo>
                  <a:pt x="1425045" y="1526153"/>
                </a:lnTo>
                <a:lnTo>
                  <a:pt x="0" y="15261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63038" y="8058846"/>
            <a:ext cx="1650376" cy="1650376"/>
          </a:xfrm>
          <a:custGeom>
            <a:avLst/>
            <a:gdLst/>
            <a:ahLst/>
            <a:cxnLst/>
            <a:rect r="r" b="b" t="t" l="l"/>
            <a:pathLst>
              <a:path h="1650376" w="1650376">
                <a:moveTo>
                  <a:pt x="0" y="0"/>
                </a:moveTo>
                <a:lnTo>
                  <a:pt x="1650377" y="0"/>
                </a:lnTo>
                <a:lnTo>
                  <a:pt x="1650377" y="1650376"/>
                </a:lnTo>
                <a:lnTo>
                  <a:pt x="0" y="165037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926842" y="8091365"/>
            <a:ext cx="1585338" cy="1585338"/>
          </a:xfrm>
          <a:custGeom>
            <a:avLst/>
            <a:gdLst/>
            <a:ahLst/>
            <a:cxnLst/>
            <a:rect r="r" b="b" t="t" l="l"/>
            <a:pathLst>
              <a:path h="1585338" w="1585338">
                <a:moveTo>
                  <a:pt x="0" y="0"/>
                </a:moveTo>
                <a:lnTo>
                  <a:pt x="1585339" y="0"/>
                </a:lnTo>
                <a:lnTo>
                  <a:pt x="1585339" y="1585338"/>
                </a:lnTo>
                <a:lnTo>
                  <a:pt x="0" y="158533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6415947" y="299007"/>
            <a:ext cx="10076167" cy="1113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841"/>
              </a:lnSpc>
            </a:pPr>
            <a:r>
              <a:rPr lang="en-US" sz="7368" b="true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Reflexión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2719553" y="-4023370"/>
            <a:ext cx="8774178" cy="8796169"/>
          </a:xfrm>
          <a:custGeom>
            <a:avLst/>
            <a:gdLst/>
            <a:ahLst/>
            <a:cxnLst/>
            <a:rect r="r" b="b" t="t" l="l"/>
            <a:pathLst>
              <a:path h="8796169" w="8774178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598365" y="2764346"/>
            <a:ext cx="6218139" cy="621813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856097" y="3041426"/>
            <a:ext cx="5685609" cy="5688763"/>
            <a:chOff x="0" y="0"/>
            <a:chExt cx="6489360" cy="6492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89446" cy="6493002"/>
            </a:xfrm>
            <a:custGeom>
              <a:avLst/>
              <a:gdLst/>
              <a:ahLst/>
              <a:cxnLst/>
              <a:rect r="r" b="b" t="t" l="l"/>
              <a:pathLst>
                <a:path h="6493002" w="6489446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843101">
            <a:off x="10127720" y="7855363"/>
            <a:ext cx="1991835" cy="1749650"/>
            <a:chOff x="0" y="0"/>
            <a:chExt cx="2374560" cy="208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74519" cy="2085848"/>
            </a:xfrm>
            <a:custGeom>
              <a:avLst/>
              <a:gdLst/>
              <a:ahLst/>
              <a:cxnLst/>
              <a:rect r="r" b="b" t="t" l="l"/>
              <a:pathLst>
                <a:path h="2085848" w="2374519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0" id="10"/>
          <p:cNvGrpSpPr/>
          <p:nvPr/>
        </p:nvGrpSpPr>
        <p:grpSpPr>
          <a:xfrm rot="1194995">
            <a:off x="11055051" y="5010680"/>
            <a:ext cx="1991835" cy="1750254"/>
            <a:chOff x="0" y="0"/>
            <a:chExt cx="2374560" cy="20865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4519" cy="2086610"/>
            </a:xfrm>
            <a:custGeom>
              <a:avLst/>
              <a:gdLst/>
              <a:ahLst/>
              <a:cxnLst/>
              <a:rect r="r" b="b" t="t" l="l"/>
              <a:pathLst>
                <a:path h="2086610" w="2374519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398267" y="2142745"/>
            <a:ext cx="1758106" cy="1797363"/>
            <a:chOff x="0" y="0"/>
            <a:chExt cx="2095920" cy="2142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6008" cy="2142744"/>
            </a:xfrm>
            <a:custGeom>
              <a:avLst/>
              <a:gdLst/>
              <a:ahLst/>
              <a:cxnLst/>
              <a:rect r="r" b="b" t="t" l="l"/>
              <a:pathLst>
                <a:path h="2142744" w="2096008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214480" y="7854075"/>
            <a:ext cx="457877" cy="4578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169329" y="6363598"/>
            <a:ext cx="457877" cy="457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69329" y="4798657"/>
            <a:ext cx="457877" cy="457877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214480" y="3435599"/>
            <a:ext cx="457877" cy="45787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1898322">
            <a:off x="-1987267" y="8095155"/>
            <a:ext cx="4891502" cy="4903762"/>
          </a:xfrm>
          <a:custGeom>
            <a:avLst/>
            <a:gdLst/>
            <a:ahLst/>
            <a:cxnLst/>
            <a:rect r="r" b="b" t="t" l="l"/>
            <a:pathLst>
              <a:path h="4903762" w="489150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3894189" y="6420420"/>
            <a:ext cx="4833833" cy="4114800"/>
          </a:xfrm>
          <a:custGeom>
            <a:avLst/>
            <a:gdLst/>
            <a:ahLst/>
            <a:cxnLst/>
            <a:rect r="r" b="b" t="t" l="l"/>
            <a:pathLst>
              <a:path h="4114800" w="4833833">
                <a:moveTo>
                  <a:pt x="0" y="0"/>
                </a:moveTo>
                <a:lnTo>
                  <a:pt x="4833833" y="0"/>
                </a:lnTo>
                <a:lnTo>
                  <a:pt x="48338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0" y="8242627"/>
            <a:ext cx="1805640" cy="2031345"/>
          </a:xfrm>
          <a:custGeom>
            <a:avLst/>
            <a:gdLst/>
            <a:ahLst/>
            <a:cxnLst/>
            <a:rect r="r" b="b" t="t" l="l"/>
            <a:pathLst>
              <a:path h="2031345" w="1805640">
                <a:moveTo>
                  <a:pt x="0" y="0"/>
                </a:moveTo>
                <a:lnTo>
                  <a:pt x="1805640" y="0"/>
                </a:lnTo>
                <a:lnTo>
                  <a:pt x="1805640" y="2031346"/>
                </a:lnTo>
                <a:lnTo>
                  <a:pt x="0" y="20313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5452687" y="5446994"/>
            <a:ext cx="4492429" cy="853561"/>
          </a:xfrm>
          <a:custGeom>
            <a:avLst/>
            <a:gdLst/>
            <a:ahLst/>
            <a:cxnLst/>
            <a:rect r="r" b="b" t="t" l="l"/>
            <a:pathLst>
              <a:path h="853561" w="4492429">
                <a:moveTo>
                  <a:pt x="0" y="0"/>
                </a:moveTo>
                <a:lnTo>
                  <a:pt x="4492429" y="0"/>
                </a:lnTo>
                <a:lnTo>
                  <a:pt x="4492429" y="853562"/>
                </a:lnTo>
                <a:lnTo>
                  <a:pt x="0" y="8535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0785085" y="2300474"/>
            <a:ext cx="984469" cy="1362587"/>
          </a:xfrm>
          <a:custGeom>
            <a:avLst/>
            <a:gdLst/>
            <a:ahLst/>
            <a:cxnLst/>
            <a:rect r="r" b="b" t="t" l="l"/>
            <a:pathLst>
              <a:path h="1362587" w="984469">
                <a:moveTo>
                  <a:pt x="0" y="0"/>
                </a:moveTo>
                <a:lnTo>
                  <a:pt x="984469" y="0"/>
                </a:lnTo>
                <a:lnTo>
                  <a:pt x="984469" y="1362587"/>
                </a:lnTo>
                <a:lnTo>
                  <a:pt x="0" y="13625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537623" y="5340546"/>
            <a:ext cx="1326438" cy="960009"/>
          </a:xfrm>
          <a:custGeom>
            <a:avLst/>
            <a:gdLst/>
            <a:ahLst/>
            <a:cxnLst/>
            <a:rect r="r" b="b" t="t" l="l"/>
            <a:pathLst>
              <a:path h="960009" w="1326438">
                <a:moveTo>
                  <a:pt x="0" y="0"/>
                </a:moveTo>
                <a:lnTo>
                  <a:pt x="1326438" y="0"/>
                </a:lnTo>
                <a:lnTo>
                  <a:pt x="1326438" y="960010"/>
                </a:lnTo>
                <a:lnTo>
                  <a:pt x="0" y="9600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0666735" y="7970699"/>
            <a:ext cx="970249" cy="1518980"/>
          </a:xfrm>
          <a:custGeom>
            <a:avLst/>
            <a:gdLst/>
            <a:ahLst/>
            <a:cxnLst/>
            <a:rect r="r" b="b" t="t" l="l"/>
            <a:pathLst>
              <a:path h="1518980" w="970249">
                <a:moveTo>
                  <a:pt x="0" y="0"/>
                </a:moveTo>
                <a:lnTo>
                  <a:pt x="970248" y="0"/>
                </a:lnTo>
                <a:lnTo>
                  <a:pt x="970248" y="1518980"/>
                </a:lnTo>
                <a:lnTo>
                  <a:pt x="0" y="15189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731562" y="652113"/>
            <a:ext cx="5483870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Reflexión</a:t>
            </a:r>
          </a:p>
        </p:txBody>
      </p: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898322">
            <a:off x="13299669" y="5075791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898322">
            <a:off x="-3784911" y="-3899454"/>
            <a:ext cx="8700980" cy="8722787"/>
          </a:xfrm>
          <a:custGeom>
            <a:avLst/>
            <a:gdLst/>
            <a:ahLst/>
            <a:cxnLst/>
            <a:rect r="r" b="b" t="t" l="l"/>
            <a:pathLst>
              <a:path h="8722787" w="8700980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93771" y="2014465"/>
            <a:ext cx="5700458" cy="1577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508"/>
              </a:lnSpc>
            </a:pPr>
            <a:r>
              <a:rPr lang="en-US" sz="10424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Gracias!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665020" y="4128344"/>
            <a:ext cx="10957959" cy="8760743"/>
          </a:xfrm>
          <a:custGeom>
            <a:avLst/>
            <a:gdLst/>
            <a:ahLst/>
            <a:cxnLst/>
            <a:rect r="r" b="b" t="t" l="l"/>
            <a:pathLst>
              <a:path h="8760743" w="10957959">
                <a:moveTo>
                  <a:pt x="0" y="0"/>
                </a:moveTo>
                <a:lnTo>
                  <a:pt x="10957960" y="0"/>
                </a:lnTo>
                <a:lnTo>
                  <a:pt x="10957960" y="8760743"/>
                </a:lnTo>
                <a:lnTo>
                  <a:pt x="0" y="87607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064" r="0" b="0"/>
            </a:stretch>
          </a:blipFill>
        </p:spPr>
      </p:sp>
    </p:spTree>
  </p:cSld>
  <p:clrMapOvr>
    <a:masterClrMapping/>
  </p:clrMapOvr>
  <p:transition spd="fast">
    <p:cover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DAG6ZIQHVZE</dc:identifier>
  <dcterms:modified xsi:type="dcterms:W3CDTF">2011-08-01T06:04:30Z</dcterms:modified>
  <cp:revision>1</cp:revision>
  <dc:title>Conedus Presentación FInal</dc:title>
</cp:coreProperties>
</file>